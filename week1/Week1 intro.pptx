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03" r:id="rId2"/>
    <p:sldId id="504" r:id="rId3"/>
    <p:sldId id="50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8008"/>
    <p:restoredTop sz="94659"/>
  </p:normalViewPr>
  <p:slideViewPr>
    <p:cSldViewPr snapToGrid="0">
      <p:cViewPr varScale="1">
        <p:scale>
          <a:sx n="210" d="100"/>
          <a:sy n="210" d="100"/>
        </p:scale>
        <p:origin x="2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5A5A-B6CF-D3F9-A5D6-0A922E8EE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7993F-7598-4AF5-80C0-E77992B1C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EF44A-0DB1-6EF6-570D-79233A8A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DE73A-C0E0-84EF-F701-0A24D6B0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2C462-ADE4-0274-FAC6-110B5C0C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25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EE81-275E-88CA-8A83-EB6B3F80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01BF-F2C5-76CD-79C1-A8BE8D9D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65D3-D550-19EF-4A76-C411D668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D123-F57D-7A80-4160-0965AB7D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0E50D-39F8-C657-B184-DB3C2078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4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1AE0-A10A-2CBB-D61B-7615BF9E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C6950-E38D-0465-0EE3-7F1C0934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AA2A-7EB5-F374-5061-B51B0185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C9A19-352B-6D47-5061-403F390A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78C71-CB14-2321-03AA-0802EEE4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32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7216-350B-1E1A-7650-E017AA00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BCF61-AF37-1AFD-F50C-5C4FBF198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9F4BF-DE2F-A869-2433-46D51D302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ABD1-C6C8-29D2-1162-03C1C9937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A5C6A-7EB4-4F6D-B2FA-F29CFDBA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1B4D5-E3D1-4A91-EBC8-6E9606B9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7B57-0A82-A0CB-5880-5CA7E21DB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C11C-C045-CE71-846E-224F69D7C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B108B-AC0E-6ADC-2F26-EA40136C1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11DF3-82DE-7274-6F83-5673B30BE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3C497-1AC3-5F7D-A7C5-F24A57A50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4822B-8C77-4481-872F-17C2C2EE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53137-3BB4-CFD7-C729-991CEDEC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C518C1-D30D-D9A8-9537-ECF10FF3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5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CFD3-731A-02C1-098E-873475CC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61596-CC76-1ACE-F93F-8854F453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DB0E9-53F6-2DD5-44E9-BA0AD97B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1ADB8-DD56-DFB7-3A0A-E64BC89A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42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6AA54-A1C8-B000-9BFA-C59BDB77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366A1-A763-527F-075E-256812C1D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CF3DD-8ED5-3240-D8E4-34F9081C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10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272A-1F97-2969-0FEE-2C6BAA59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E7DE-9190-9E83-4B85-F25DEC476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BA09C-5623-82F3-CBB2-7205421F2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23787-12EC-0963-827A-B4533628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E5B63-5C05-5E64-D6EF-35BFE2D5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45688-306C-DB2E-61BC-D949A8B1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99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8EF4-553A-721D-1F6E-16196CB6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338EB-A7ED-CC13-953E-58E164563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7D209-D9BA-ABE0-4287-357F94492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4107E-1FA6-C0CB-A81E-6FEB3012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802E3-B8C5-FD56-5D03-1A9DB787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C285-C048-B073-D036-E67BA70C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8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7EE0-89C2-2C26-A924-859E5370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C0792-1369-9FB0-B3B3-0FE14EE69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ED79E-AAE9-54E8-E7D2-7D6EBEC1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AF5A-8278-284D-E9B8-697AC78B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3434-F5D3-FF64-21BD-6AB9D634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47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2B923-8E6C-71F6-36AF-CC5EB9580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E8605-4A60-77C8-76CB-EAA30FB3A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5291-4385-279E-0754-0CBB18B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2F82F-6CEA-41E0-AE5D-7E61D9D6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76DA7-727A-937A-CC94-68937223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12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B3CFC-597B-03DE-9FB5-E1741BC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7B852-5E6A-4430-821C-A9414EA78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134F-9D84-03E5-070D-7EBDF69F9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2EBB-91BF-564B-8104-AD705B900AC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B3F4D-6D28-5668-F1BB-C5A6B0C44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ADCB2-B02E-2B9E-FB18-21906DA6D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9F1F2-2B7F-4F4F-9866-35CEF930C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41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Main logo">
            <a:extLst>
              <a:ext uri="{FF2B5EF4-FFF2-40B4-BE49-F238E27FC236}">
                <a16:creationId xmlns:a16="http://schemas.microsoft.com/office/drawing/2014/main" id="{8B5E17D9-92E2-D295-3CC2-ADBE25C85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3" t="19300" r="18292"/>
          <a:stretch/>
        </p:blipFill>
        <p:spPr bwMode="auto">
          <a:xfrm>
            <a:off x="0" y="20605"/>
            <a:ext cx="2971824" cy="170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434528-97AC-D1C5-7564-E43748267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4813"/>
            <a:ext cx="10515600" cy="3008374"/>
          </a:xfrm>
        </p:spPr>
        <p:txBody>
          <a:bodyPr>
            <a:normAutofit/>
          </a:bodyPr>
          <a:lstStyle/>
          <a:p>
            <a:pPr algn="ctr"/>
            <a:r>
              <a:rPr lang="en-GB" sz="4000" kern="1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Modelling low-dimensional materials</a:t>
            </a:r>
            <a:br>
              <a:rPr lang="en-GB" sz="4000" kern="1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GB" sz="4000" kern="1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3551-7D65-0EA8-73B2-B16102CF6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68229"/>
            <a:ext cx="10515600" cy="116514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Igor Roncevic</a:t>
            </a:r>
          </a:p>
          <a:p>
            <a:pPr marL="0" indent="0" algn="ctr">
              <a:buNone/>
            </a:pP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igor.roncevic@manchester.ac.uk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15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C87F-CE6A-09CC-B261-DA94A18F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ILOs: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F37B9-ED26-2890-C65F-DBD7F4DF7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3124" cy="4351338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 a general grasp of the electronic structure and magnetism in graphene and similar materials.</a:t>
            </a:r>
          </a:p>
          <a:p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 able to understand and critically evaluate electronic structure calculations from contemporary literature.</a:t>
            </a:r>
          </a:p>
          <a:p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 able to identify and use an appropriate computational method for modelling 1D and 2D materials. </a:t>
            </a:r>
          </a:p>
          <a:p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 able to calculate and understand transport properties of solid-state materials.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03D9F-859C-8E12-E3ED-11C24CA5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277" y="1253331"/>
            <a:ext cx="4336436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DC931C-3493-5CDB-23CB-274A80D7EC05}"/>
              </a:ext>
            </a:extLst>
          </p:cNvPr>
          <p:cNvSpPr txBox="1"/>
          <p:nvPr/>
        </p:nvSpPr>
        <p:spPr>
          <a:xfrm>
            <a:off x="7843105" y="5604669"/>
            <a:ext cx="4172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github.com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ironcevic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b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Modelling_low_dimensional_materials</a:t>
            </a:r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454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44D87-7942-2282-BEA2-0009D5D6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479F-7EEF-E68E-EB53-3D42924E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623F-8167-8ED3-53D2-FF72C9703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312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Software set-up.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PBC-DFT I. 1D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PBC-DFT II. 2D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PBC-DFT III. 3D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Bulk magnetism.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FF0C7-2CEF-A1CE-6517-3C769D574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277" y="1253331"/>
            <a:ext cx="4336436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912F3F-90B7-3C99-421F-67222228D63D}"/>
              </a:ext>
            </a:extLst>
          </p:cNvPr>
          <p:cNvSpPr txBox="1"/>
          <p:nvPr/>
        </p:nvSpPr>
        <p:spPr>
          <a:xfrm>
            <a:off x="7843105" y="5604669"/>
            <a:ext cx="4172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github.com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ironcevic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b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Modelling_low_dimensional_materials</a:t>
            </a:r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1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133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 Neue</vt:lpstr>
      <vt:lpstr>Office Theme</vt:lpstr>
      <vt:lpstr>Modelling low-dimensional materials </vt:lpstr>
      <vt:lpstr>ILOs:</vt:lpstr>
      <vt:lpstr>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Roncevic</dc:creator>
  <cp:lastModifiedBy>Igor Roncevic</cp:lastModifiedBy>
  <cp:revision>1</cp:revision>
  <dcterms:created xsi:type="dcterms:W3CDTF">2026-02-17T13:26:30Z</dcterms:created>
  <dcterms:modified xsi:type="dcterms:W3CDTF">2026-02-17T17:41:14Z</dcterms:modified>
</cp:coreProperties>
</file>